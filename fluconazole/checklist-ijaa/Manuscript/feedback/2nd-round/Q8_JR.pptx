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9CCCFB-7D02-9C8C-4C68-2A993E04BBD6}" name="My Luong Vuong" initials="MV" userId="S::myluong.vuong@kuleuven.be::3a095926-c094-4dc5-9520-da494b4df4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4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in Dreesen" userId="39e8a593-296e-4c2d-badd-96647c71f9bc" providerId="ADAL" clId="{DBF8FC92-9656-43B1-8BEA-E8AC392F46DA}"/>
    <pc:docChg chg="custSel modSld">
      <pc:chgData name="Erwin Dreesen" userId="39e8a593-296e-4c2d-badd-96647c71f9bc" providerId="ADAL" clId="{DBF8FC92-9656-43B1-8BEA-E8AC392F46DA}" dt="2025-02-07T12:46:08.381" v="994" actId="20577"/>
      <pc:docMkLst>
        <pc:docMk/>
      </pc:docMkLst>
      <pc:sldChg chg="modSp mod">
        <pc:chgData name="Erwin Dreesen" userId="39e8a593-296e-4c2d-badd-96647c71f9bc" providerId="ADAL" clId="{DBF8FC92-9656-43B1-8BEA-E8AC392F46DA}" dt="2025-02-07T12:37:13.763" v="13" actId="20577"/>
        <pc:sldMkLst>
          <pc:docMk/>
          <pc:sldMk cId="3169007286" sldId="257"/>
        </pc:sldMkLst>
        <pc:spChg chg="mod">
          <ac:chgData name="Erwin Dreesen" userId="39e8a593-296e-4c2d-badd-96647c71f9bc" providerId="ADAL" clId="{DBF8FC92-9656-43B1-8BEA-E8AC392F46DA}" dt="2025-02-07T12:37:13.763" v="13" actId="20577"/>
          <ac:spMkLst>
            <pc:docMk/>
            <pc:sldMk cId="3169007286" sldId="257"/>
            <ac:spMk id="2" creationId="{9BF4487B-3C4E-C741-D39C-A7140A4FBE8D}"/>
          </ac:spMkLst>
        </pc:spChg>
      </pc:sldChg>
      <pc:sldChg chg="addSp modSp mod">
        <pc:chgData name="Erwin Dreesen" userId="39e8a593-296e-4c2d-badd-96647c71f9bc" providerId="ADAL" clId="{DBF8FC92-9656-43B1-8BEA-E8AC392F46DA}" dt="2025-02-07T12:46:08.381" v="994" actId="20577"/>
        <pc:sldMkLst>
          <pc:docMk/>
          <pc:sldMk cId="2139218229" sldId="259"/>
        </pc:sldMkLst>
        <pc:spChg chg="add mod">
          <ac:chgData name="Erwin Dreesen" userId="39e8a593-296e-4c2d-badd-96647c71f9bc" providerId="ADAL" clId="{DBF8FC92-9656-43B1-8BEA-E8AC392F46DA}" dt="2025-02-07T12:45:49.417" v="987" actId="208"/>
          <ac:spMkLst>
            <pc:docMk/>
            <pc:sldMk cId="2139218229" sldId="259"/>
            <ac:spMk id="3" creationId="{A689C13E-339D-4D87-48DE-D4093FA99A9D}"/>
          </ac:spMkLst>
        </pc:spChg>
        <pc:spChg chg="mod">
          <ac:chgData name="Erwin Dreesen" userId="39e8a593-296e-4c2d-badd-96647c71f9bc" providerId="ADAL" clId="{DBF8FC92-9656-43B1-8BEA-E8AC392F46DA}" dt="2025-02-07T12:46:08.381" v="994" actId="20577"/>
          <ac:spMkLst>
            <pc:docMk/>
            <pc:sldMk cId="2139218229" sldId="259"/>
            <ac:spMk id="11" creationId="{DE277C7E-8FB7-369E-B6D2-09530D1F58F0}"/>
          </ac:spMkLst>
        </pc:spChg>
      </pc:sldChg>
    </pc:docChg>
  </pc:docChgLst>
  <pc:docChgLst>
    <pc:chgData name="My Luong Vuong" userId="3a095926-c094-4dc5-9520-da494b4df4d0" providerId="ADAL" clId="{7F418B7B-7261-4CD1-8051-7CC35BEDF377}"/>
    <pc:docChg chg="undo custSel delSld modSld">
      <pc:chgData name="My Luong Vuong" userId="3a095926-c094-4dc5-9520-da494b4df4d0" providerId="ADAL" clId="{7F418B7B-7261-4CD1-8051-7CC35BEDF377}" dt="2025-02-06T16:11:01.497" v="489" actId="478"/>
      <pc:docMkLst>
        <pc:docMk/>
      </pc:docMkLst>
      <pc:sldChg chg="del">
        <pc:chgData name="My Luong Vuong" userId="3a095926-c094-4dc5-9520-da494b4df4d0" providerId="ADAL" clId="{7F418B7B-7261-4CD1-8051-7CC35BEDF377}" dt="2025-02-06T08:33:08.759" v="0" actId="47"/>
        <pc:sldMkLst>
          <pc:docMk/>
          <pc:sldMk cId="1626778600" sldId="256"/>
        </pc:sldMkLst>
      </pc:sldChg>
      <pc:sldChg chg="addSp delSp modSp mod">
        <pc:chgData name="My Luong Vuong" userId="3a095926-c094-4dc5-9520-da494b4df4d0" providerId="ADAL" clId="{7F418B7B-7261-4CD1-8051-7CC35BEDF377}" dt="2025-02-06T16:11:01.497" v="489" actId="478"/>
        <pc:sldMkLst>
          <pc:docMk/>
          <pc:sldMk cId="3169007286" sldId="257"/>
        </pc:sldMkLst>
        <pc:spChg chg="mod">
          <ac:chgData name="My Luong Vuong" userId="3a095926-c094-4dc5-9520-da494b4df4d0" providerId="ADAL" clId="{7F418B7B-7261-4CD1-8051-7CC35BEDF377}" dt="2025-02-06T08:34:04.070" v="35" actId="20577"/>
          <ac:spMkLst>
            <pc:docMk/>
            <pc:sldMk cId="3169007286" sldId="257"/>
            <ac:spMk id="2" creationId="{9BF4487B-3C4E-C741-D39C-A7140A4FBE8D}"/>
          </ac:spMkLst>
        </pc:spChg>
        <pc:spChg chg="del">
          <ac:chgData name="My Luong Vuong" userId="3a095926-c094-4dc5-9520-da494b4df4d0" providerId="ADAL" clId="{7F418B7B-7261-4CD1-8051-7CC35BEDF377}" dt="2025-02-06T08:34:21.437" v="38" actId="478"/>
          <ac:spMkLst>
            <pc:docMk/>
            <pc:sldMk cId="3169007286" sldId="257"/>
            <ac:spMk id="3" creationId="{86A8FC06-1C16-4193-81EE-9EAC101D6311}"/>
          </ac:spMkLst>
        </pc:spChg>
        <pc:spChg chg="add del mod">
          <ac:chgData name="My Luong Vuong" userId="3a095926-c094-4dc5-9520-da494b4df4d0" providerId="ADAL" clId="{7F418B7B-7261-4CD1-8051-7CC35BEDF377}" dt="2025-02-06T16:11:01.497" v="489" actId="478"/>
          <ac:spMkLst>
            <pc:docMk/>
            <pc:sldMk cId="3169007286" sldId="257"/>
            <ac:spMk id="5" creationId="{1E62BFF9-C9EB-0617-CB77-777FD3F0AF68}"/>
          </ac:spMkLst>
        </pc:spChg>
        <pc:spChg chg="mod">
          <ac:chgData name="My Luong Vuong" userId="3a095926-c094-4dc5-9520-da494b4df4d0" providerId="ADAL" clId="{7F418B7B-7261-4CD1-8051-7CC35BEDF377}" dt="2025-02-06T08:34:17.551" v="37" actId="20577"/>
          <ac:spMkLst>
            <pc:docMk/>
            <pc:sldMk cId="3169007286" sldId="257"/>
            <ac:spMk id="8" creationId="{E9343F60-CDA9-F57C-5DAA-05E9B911EA9E}"/>
          </ac:spMkLst>
        </pc:spChg>
      </pc:sldChg>
      <pc:sldChg chg="addSp delSp modSp mod">
        <pc:chgData name="My Luong Vuong" userId="3a095926-c094-4dc5-9520-da494b4df4d0" providerId="ADAL" clId="{7F418B7B-7261-4CD1-8051-7CC35BEDF377}" dt="2025-02-06T08:47:51.882" v="488" actId="20577"/>
        <pc:sldMkLst>
          <pc:docMk/>
          <pc:sldMk cId="2139218229" sldId="259"/>
        </pc:sldMkLst>
        <pc:spChg chg="mod">
          <ac:chgData name="My Luong Vuong" userId="3a095926-c094-4dc5-9520-da494b4df4d0" providerId="ADAL" clId="{7F418B7B-7261-4CD1-8051-7CC35BEDF377}" dt="2025-02-06T08:34:28.224" v="44" actId="20577"/>
          <ac:spMkLst>
            <pc:docMk/>
            <pc:sldMk cId="2139218229" sldId="259"/>
            <ac:spMk id="2" creationId="{9BF4487B-3C4E-C741-D39C-A7140A4FBE8D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3" creationId="{86A8FC06-1C16-4193-81EE-9EAC101D6311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4" creationId="{C18AA10D-87E2-526C-09AC-7988D7A8AC4F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5" creationId="{C80855E1-CAE2-C03C-D8E5-56138CCFA309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6" creationId="{3AB1D550-9E7F-07AA-F0BA-5673275A3581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7" creationId="{3BE2882D-BAB2-0210-D4E6-3CACCB5E6B7F}"/>
          </ac:spMkLst>
        </pc:spChg>
        <pc:spChg chg="del">
          <ac:chgData name="My Luong Vuong" userId="3a095926-c094-4dc5-9520-da494b4df4d0" providerId="ADAL" clId="{7F418B7B-7261-4CD1-8051-7CC35BEDF377}" dt="2025-02-06T08:34:35.021" v="45" actId="478"/>
          <ac:spMkLst>
            <pc:docMk/>
            <pc:sldMk cId="2139218229" sldId="259"/>
            <ac:spMk id="8" creationId="{E9343F60-CDA9-F57C-5DAA-05E9B911EA9E}"/>
          </ac:spMkLst>
        </pc:spChg>
        <pc:spChg chg="add mod">
          <ac:chgData name="My Luong Vuong" userId="3a095926-c094-4dc5-9520-da494b4df4d0" providerId="ADAL" clId="{7F418B7B-7261-4CD1-8051-7CC35BEDF377}" dt="2025-02-06T08:47:51.882" v="488" actId="20577"/>
          <ac:spMkLst>
            <pc:docMk/>
            <pc:sldMk cId="2139218229" sldId="259"/>
            <ac:spMk id="11" creationId="{DE277C7E-8FB7-369E-B6D2-09530D1F58F0}"/>
          </ac:spMkLst>
        </pc:spChg>
        <pc:spChg chg="add del mod">
          <ac:chgData name="My Luong Vuong" userId="3a095926-c094-4dc5-9520-da494b4df4d0" providerId="ADAL" clId="{7F418B7B-7261-4CD1-8051-7CC35BEDF377}" dt="2025-02-06T08:47:27.413" v="477" actId="478"/>
          <ac:spMkLst>
            <pc:docMk/>
            <pc:sldMk cId="2139218229" sldId="259"/>
            <ac:spMk id="13" creationId="{2721F113-2588-BB1C-7872-14A79B4F22D4}"/>
          </ac:spMkLst>
        </pc:spChg>
        <pc:spChg chg="add del mod">
          <ac:chgData name="My Luong Vuong" userId="3a095926-c094-4dc5-9520-da494b4df4d0" providerId="ADAL" clId="{7F418B7B-7261-4CD1-8051-7CC35BEDF377}" dt="2025-02-06T08:47:32.172" v="478" actId="478"/>
          <ac:spMkLst>
            <pc:docMk/>
            <pc:sldMk cId="2139218229" sldId="259"/>
            <ac:spMk id="15" creationId="{08DBE643-0A87-BD78-BBDB-DAA88A8758CD}"/>
          </ac:spMkLst>
        </pc:spChg>
        <pc:spChg chg="add del mod">
          <ac:chgData name="My Luong Vuong" userId="3a095926-c094-4dc5-9520-da494b4df4d0" providerId="ADAL" clId="{7F418B7B-7261-4CD1-8051-7CC35BEDF377}" dt="2025-02-06T08:47:33.562" v="479" actId="478"/>
          <ac:spMkLst>
            <pc:docMk/>
            <pc:sldMk cId="2139218229" sldId="259"/>
            <ac:spMk id="17" creationId="{DE25E05D-672B-E320-CFE2-D52C1E1819BC}"/>
          </ac:spMkLst>
        </pc:spChg>
        <pc:spChg chg="add del mod">
          <ac:chgData name="My Luong Vuong" userId="3a095926-c094-4dc5-9520-da494b4df4d0" providerId="ADAL" clId="{7F418B7B-7261-4CD1-8051-7CC35BEDF377}" dt="2025-02-06T08:41:47.888" v="368" actId="478"/>
          <ac:spMkLst>
            <pc:docMk/>
            <pc:sldMk cId="2139218229" sldId="259"/>
            <ac:spMk id="23" creationId="{4A2F7A1B-F5CF-C501-9AE2-207EB04B9918}"/>
          </ac:spMkLst>
        </pc:spChg>
        <pc:spChg chg="add mod">
          <ac:chgData name="My Luong Vuong" userId="3a095926-c094-4dc5-9520-da494b4df4d0" providerId="ADAL" clId="{7F418B7B-7261-4CD1-8051-7CC35BEDF377}" dt="2025-02-06T08:43:01.097" v="381" actId="1076"/>
          <ac:spMkLst>
            <pc:docMk/>
            <pc:sldMk cId="2139218229" sldId="259"/>
            <ac:spMk id="28" creationId="{C2C457F3-CF61-FAC8-83BD-40E0C93CBBE4}"/>
          </ac:spMkLst>
        </pc:spChg>
        <pc:spChg chg="add del mod">
          <ac:chgData name="My Luong Vuong" userId="3a095926-c094-4dc5-9520-da494b4df4d0" providerId="ADAL" clId="{7F418B7B-7261-4CD1-8051-7CC35BEDF377}" dt="2025-02-06T08:43:54.113" v="386" actId="478"/>
          <ac:spMkLst>
            <pc:docMk/>
            <pc:sldMk cId="2139218229" sldId="259"/>
            <ac:spMk id="29" creationId="{B7BD0407-316F-C3F7-68FF-A8B4643C0CFA}"/>
          </ac:spMkLst>
        </pc:spChg>
        <pc:picChg chg="add mod">
          <ac:chgData name="My Luong Vuong" userId="3a095926-c094-4dc5-9520-da494b4df4d0" providerId="ADAL" clId="{7F418B7B-7261-4CD1-8051-7CC35BEDF377}" dt="2025-02-06T08:35:22.328" v="50" actId="1076"/>
          <ac:picMkLst>
            <pc:docMk/>
            <pc:sldMk cId="2139218229" sldId="259"/>
            <ac:picMk id="19" creationId="{A2C70997-299F-0A13-E9ED-C385CAE12AAA}"/>
          </ac:picMkLst>
        </pc:picChg>
        <pc:cxnChg chg="add mod">
          <ac:chgData name="My Luong Vuong" userId="3a095926-c094-4dc5-9520-da494b4df4d0" providerId="ADAL" clId="{7F418B7B-7261-4CD1-8051-7CC35BEDF377}" dt="2025-02-06T08:41:55.730" v="369" actId="14100"/>
          <ac:cxnSpMkLst>
            <pc:docMk/>
            <pc:sldMk cId="2139218229" sldId="259"/>
            <ac:cxnSpMk id="21" creationId="{CE40857D-80B1-3A2B-BECC-FC274159E1A0}"/>
          </ac:cxnSpMkLst>
        </pc:cxnChg>
        <pc:cxnChg chg="add mod">
          <ac:chgData name="My Luong Vuong" userId="3a095926-c094-4dc5-9520-da494b4df4d0" providerId="ADAL" clId="{7F418B7B-7261-4CD1-8051-7CC35BEDF377}" dt="2025-02-06T08:43:09.068" v="382" actId="1076"/>
          <ac:cxnSpMkLst>
            <pc:docMk/>
            <pc:sldMk cId="2139218229" sldId="259"/>
            <ac:cxnSpMk id="26" creationId="{EDBA7624-6380-A6BD-54B8-D91F548E11F4}"/>
          </ac:cxnSpMkLst>
        </pc:cxnChg>
      </pc:sldChg>
      <pc:sldChg chg="del">
        <pc:chgData name="My Luong Vuong" userId="3a095926-c094-4dc5-9520-da494b4df4d0" providerId="ADAL" clId="{7F418B7B-7261-4CD1-8051-7CC35BEDF377}" dt="2025-02-06T08:45:25.184" v="459" actId="47"/>
        <pc:sldMkLst>
          <pc:docMk/>
          <pc:sldMk cId="553556462" sldId="260"/>
        </pc:sldMkLst>
      </pc:sldChg>
      <pc:sldChg chg="del">
        <pc:chgData name="My Luong Vuong" userId="3a095926-c094-4dc5-9520-da494b4df4d0" providerId="ADAL" clId="{7F418B7B-7261-4CD1-8051-7CC35BEDF377}" dt="2025-02-06T08:45:25.184" v="459" actId="47"/>
        <pc:sldMkLst>
          <pc:docMk/>
          <pc:sldMk cId="807590461" sldId="261"/>
        </pc:sldMkLst>
      </pc:sldChg>
      <pc:sldChg chg="del">
        <pc:chgData name="My Luong Vuong" userId="3a095926-c094-4dc5-9520-da494b4df4d0" providerId="ADAL" clId="{7F418B7B-7261-4CD1-8051-7CC35BEDF377}" dt="2025-02-06T08:45:25.184" v="459" actId="47"/>
        <pc:sldMkLst>
          <pc:docMk/>
          <pc:sldMk cId="149537614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B1EEA-AFF7-4A42-B4A2-7DDD1F3384F1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464B1-7E69-42B9-97B7-C16C108795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529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70A8-418D-62A1-A34A-9736D6B5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997D4-72AC-400E-A581-37F4131F0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B9D33-805D-6273-64CD-94F668AF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C0AA9-6FCF-14E1-9DFA-39FA96AC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F12CA-2291-E8DA-F6CD-FFAF4888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2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C9BB-7BB8-E850-A594-2FAA5B83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2873-0183-52C5-F2BB-EA0A216B9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644C-D79A-13E3-4222-FEB3BF53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1A76-83D1-09F8-3B56-BE03401C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7729F-F058-5A32-0B89-AAF059F9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33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71F6-4EE2-717D-C0F8-0F2CD1661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443DC-A910-9622-FB7A-F7869CAE2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16A9-3B40-AA77-758E-608438D4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A38E-863E-9595-0349-C9C64354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6B511-8F9A-88F8-D9EF-EC3FD3A3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79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E4B3-C9FF-7296-1515-8AABF500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BDB33-EC0E-C65A-91AE-3EF113288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B54BE-C848-FD41-5760-F24A2C7F9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59970-2067-7675-E324-163F05E8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FED0D-516E-4D1A-0D07-5DD39E6B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A0DF7-0AD5-9AB7-61D2-A911F42F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27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EACA-7FBE-9619-10A7-24740671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B7968-07B1-0E93-E96A-59AE679AE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7AB22-8083-B38B-CFE6-79ABF5529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12ACF-8432-8AAD-5ABA-0DCEDAB1F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F1B9F-1A0B-9B22-5DE2-2D6832878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3050E-2480-D99D-8340-EE23315C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6F885-F034-5793-35BD-1300F52A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B4D08-AE19-5F5D-B6AD-691F57F4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75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4DDC-3C95-182D-0C20-3C89DEDF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9A086-9477-817F-CC79-870DB1CB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7B7B-6430-8BD6-4FA3-0DCEC1C4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A6428-2C14-1E92-8ADB-8885BF94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494727-E91C-7A52-6CD8-30F52968D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698398"/>
            <a:ext cx="10515600" cy="504825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F2656B0-8EFF-66D8-3F45-7D4A16B35F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033712"/>
            <a:ext cx="10515600" cy="504825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E8CEF9B-66D7-D45F-B42A-ECD802684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69026"/>
            <a:ext cx="10515600" cy="504825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C421B38-1B6D-CE30-EBE6-A2A9980ED8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199" y="5704341"/>
            <a:ext cx="10515600" cy="504825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2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22430-6207-4423-824D-D62135CF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982E8-83AF-28C7-8E90-86F8E0E9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41372-ECD3-20AC-05DA-61F5DD4F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50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5EF9-B0C0-6CD6-DDA5-3D1396DB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8D3A-BCB4-7904-4A0E-80B74DCD2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766F4-4B85-4741-ABC7-E32B2CFA5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EE57A-FCE9-574C-277A-4FDFD5B1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7CD57-0885-CC1C-67FC-444A3DF1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6D0A2-C274-98F0-367C-374C8A82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34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911F-427B-D64A-DDF3-063D76B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D7E1B-557A-80A3-C3A5-4191795AC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15E54-C09C-30ED-05B4-65C65541A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142CF-06DA-57F5-D829-09288FEC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59C22-55CD-190E-8393-DA97E3B2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33312-A37D-3F8B-A651-7BDB05C1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52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7329-292B-F8DB-865C-EE937FF9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F0F41-A0A9-5303-5DA7-F2309FB83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4E501-88FD-F9CA-BC97-92DCD160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D2A53-2018-E1D1-F787-C87B4224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4FBF2-36CC-7114-99B7-C83241C9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11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69C52-DDD3-9C6B-A417-AF7696AEF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1EA74-9EA2-6F81-73DB-3615F1716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58755-CCFC-3376-C366-2A32B1C8F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D53F-52D7-3718-1295-CD5C7762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6112-0F2A-171D-8EC3-1DFA3B5D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6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C2FFE-3B0C-C4E9-DEC4-981DF5E3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E3270-F35E-734E-16A5-89C28D1F7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DC5FF-3B4F-9ECD-71C6-F2C943D2A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D9E2-CCEB-4873-BB3B-5A1E62EC675E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5712-D36C-7767-0909-7132BE0A8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D2CA-8D18-B926-4B13-4FA16D415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14B1E-022F-4F13-8F06-E40A4A6B8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97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487B-3C4E-C741-D39C-A7140A4F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Comment Jason Roberts</a:t>
            </a:r>
            <a:endParaRPr lang="en-GB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9343F60-CDA9-F57C-5DAA-05E9B911EA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203876"/>
            <a:ext cx="10515600" cy="504825"/>
          </a:xfrm>
        </p:spPr>
        <p:txBody>
          <a:bodyPr>
            <a:noAutofit/>
          </a:bodyPr>
          <a:lstStyle/>
          <a:p>
            <a:r>
              <a:rPr lang="en-GB" dirty="0"/>
              <a:t>If you simulate dosing on CRRT, then your maintenance dose needs to 9 mg/kg, it is higher than the non-CRRT dose for obvious reasons. At the moment you haven’t simulated a CRRT dose for CRRT patients.</a:t>
            </a:r>
          </a:p>
        </p:txBody>
      </p:sp>
    </p:spTree>
    <p:extLst>
      <p:ext uri="{BB962C8B-B14F-4D97-AF65-F5344CB8AC3E}">
        <p14:creationId xmlns:p14="http://schemas.microsoft.com/office/powerpoint/2010/main" val="316900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487B-3C4E-C741-D39C-A7140A4F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1F0046-53E5-814B-D85E-AF061F9019DC}"/>
              </a:ext>
            </a:extLst>
          </p:cNvPr>
          <p:cNvSpPr txBox="1">
            <a:spLocks/>
          </p:cNvSpPr>
          <p:nvPr/>
        </p:nvSpPr>
        <p:spPr>
          <a:xfrm>
            <a:off x="838199" y="5102451"/>
            <a:ext cx="10515600" cy="504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6E8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277C7E-8FB7-369E-B6D2-09530D1F5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003071"/>
            <a:ext cx="5038726" cy="2197329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1600" dirty="0"/>
              <a:t>Fig. 2b shows that a flat 800 mg dose, administered q24h, provides &gt;90%PTA.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sz="1600" dirty="0"/>
              <a:t>A 9 mg/kg q24h regimen equals a 800 mg q24h regimen for a patient with body weight 89 kg.</a:t>
            </a:r>
          </a:p>
          <a:p>
            <a:pPr marL="342900" indent="-342900">
              <a:lnSpc>
                <a:spcPct val="170000"/>
              </a:lnSpc>
              <a:buAutoNum type="arabicParenBoth"/>
            </a:pPr>
            <a:r>
              <a:rPr lang="en-GB" sz="1600" dirty="0"/>
              <a:t>The flat 800 kg q24h simulation in Fig. 2b shows that there is no need to dose any higher in patients with body weight &gt;89 kg.</a:t>
            </a:r>
          </a:p>
          <a:p>
            <a:pPr marL="342900" indent="-342900">
              <a:lnSpc>
                <a:spcPct val="170000"/>
              </a:lnSpc>
              <a:buAutoNum type="arabicParenBoth"/>
            </a:pPr>
            <a:r>
              <a:rPr lang="en-GB" sz="1600" dirty="0"/>
              <a:t>Patients with a lower body weight will not reach 90% PTA when they receive 9 mg/kg.</a:t>
            </a:r>
          </a:p>
          <a:p>
            <a:pPr lvl="1">
              <a:lnSpc>
                <a:spcPct val="170000"/>
              </a:lnSpc>
            </a:pPr>
            <a:r>
              <a:rPr lang="en-GB" sz="1600" dirty="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can be derived from the flat 600 mg q24 regimen; Under a 9 mg/kg regimen, a patient with body weight 67 kg will receive an absolute dose of </a:t>
            </a:r>
            <a:r>
              <a:rPr lang="en-GB" sz="1600">
                <a:solidFill>
                  <a:srgbClr val="116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600 mg.</a:t>
            </a:r>
            <a:endParaRPr lang="en-GB" sz="1600" dirty="0">
              <a:solidFill>
                <a:srgbClr val="116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2C70997-299F-0A13-E9ED-C385CAE12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012" y="523875"/>
            <a:ext cx="6324988" cy="632498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40857D-80B1-3A2B-BECC-FC274159E1A0}"/>
              </a:ext>
            </a:extLst>
          </p:cNvPr>
          <p:cNvCxnSpPr>
            <a:cxnSpLocks/>
          </p:cNvCxnSpPr>
          <p:nvPr/>
        </p:nvCxnSpPr>
        <p:spPr>
          <a:xfrm>
            <a:off x="7753350" y="4171950"/>
            <a:ext cx="0" cy="230505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BA7624-6380-A6BD-54B8-D91F548E11F4}"/>
              </a:ext>
            </a:extLst>
          </p:cNvPr>
          <p:cNvCxnSpPr>
            <a:cxnSpLocks/>
          </p:cNvCxnSpPr>
          <p:nvPr/>
        </p:nvCxnSpPr>
        <p:spPr>
          <a:xfrm flipH="1">
            <a:off x="7781925" y="6238875"/>
            <a:ext cx="180975" cy="20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2C457F3-CF61-FAC8-83BD-40E0C93CBBE4}"/>
              </a:ext>
            </a:extLst>
          </p:cNvPr>
          <p:cNvSpPr txBox="1"/>
          <p:nvPr/>
        </p:nvSpPr>
        <p:spPr>
          <a:xfrm>
            <a:off x="7896225" y="6038850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67kg</a:t>
            </a:r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689C13E-339D-4D87-48DE-D4093FA99A9D}"/>
              </a:ext>
            </a:extLst>
          </p:cNvPr>
          <p:cNvSpPr/>
          <p:nvPr/>
        </p:nvSpPr>
        <p:spPr>
          <a:xfrm>
            <a:off x="7671196" y="4221956"/>
            <a:ext cx="164307" cy="1643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1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Comment Jason Roberts</vt:lpstr>
      <vt:lpstr>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Luong Vuong</dc:creator>
  <cp:lastModifiedBy>Erwin Dreesen</cp:lastModifiedBy>
  <cp:revision>3</cp:revision>
  <dcterms:created xsi:type="dcterms:W3CDTF">2024-11-18T08:47:43Z</dcterms:created>
  <dcterms:modified xsi:type="dcterms:W3CDTF">2025-02-07T12:46:16Z</dcterms:modified>
</cp:coreProperties>
</file>